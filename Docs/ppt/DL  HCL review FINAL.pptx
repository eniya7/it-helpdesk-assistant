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6" r:id="rId4"/>
    <p:sldId id="264" r:id="rId5"/>
    <p:sldId id="276" r:id="rId6"/>
    <p:sldId id="267" r:id="rId7"/>
    <p:sldId id="270" r:id="rId8"/>
    <p:sldId id="269" r:id="rId9"/>
    <p:sldId id="278" r:id="rId10"/>
    <p:sldId id="277" r:id="rId11"/>
    <p:sldId id="275" r:id="rId12"/>
    <p:sldId id="272" r:id="rId13"/>
  </p:sldIdLst>
  <p:sldSz cx="9753600" cy="73152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39" autoAdjust="0"/>
    <p:restoredTop sz="94622" autoAdjust="0"/>
  </p:normalViewPr>
  <p:slideViewPr>
    <p:cSldViewPr>
      <p:cViewPr>
        <p:scale>
          <a:sx n="125" d="100"/>
          <a:sy n="125" d="100"/>
        </p:scale>
        <p:origin x="-350" y="-12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 September 2023</a:t>
            </a:r>
          </a:p>
          <a:p>
            <a:r>
              <a:rPr lang="en-US"/>
              <a:t>1-59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FFCE9-04D8-C375-D68B-1AAEA551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5DD7E7-D43E-0217-369D-7CC420104F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0EFED1-DA60-952D-6796-FD9630D4468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622AF50-7C7F-A93C-584E-FE2B5666C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4F66709-F9D3-5F59-110E-0397F9423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354F7-D4D1-9631-E650-DAB8092C37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459BF-B7D0-3D4A-43D8-77C9FD1ED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3492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E475-69B0-1033-54DB-0C6B0669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E6D250-85C1-E74B-9FDA-D274E53960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42D1E-FD80-3504-25F8-AC1D80EDF6B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F93B307-529C-ED82-FD3F-E05B9546B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CE45C33-8EF0-EFCB-8B6B-BC443A7DB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99801-FA5D-52A8-87F2-8AACA32EA3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91E5D-25B2-DB9B-C3B5-3F510500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29093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FD877-E61B-77CD-95A0-22680CAF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1DD9C3-94EC-9B4C-BF1C-005CF84BE2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9B4A96-8F6E-73A4-3A7C-4D839F70114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E5CAF7A-ADE9-436A-3677-5FEE862E6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0122051-6DA3-79BB-E52E-A9470BF44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FA857-E888-2583-C45D-77046EFE47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05FBD-031A-0383-BAA9-A35374F7E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34807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7EB24-ED3B-4D03-00EB-C1F3AC2A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3B1D238-2227-B62F-3ADD-889E19F0D3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98196-4295-7DC7-B353-18287F8A0FC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92C61F7-7908-39FE-9AF0-9975D9407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F2ED291-EF05-6F08-BC48-62FA10EA7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041DF-A27E-7446-F4D3-C41F6E087D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3BCA8-9AD0-D0F8-55EC-74D6C32AB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38788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F534A-FB9A-BFCC-DF4B-2B740DD51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175276-535B-1708-754F-062C377EB7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37BDDD-79FE-4A91-3A5D-0E4442C1534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621309A-664C-B8B6-8718-89536536E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D224BC6-E1B8-B527-C141-820468919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06C0E-9811-F7CD-DB61-CE01EF3758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9C193-62B2-82AE-B647-106AC2370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37612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2314-A789-60AB-7889-6F76883D2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31284D-9C64-47FE-7156-32A1AE306A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F547E-EC9A-98EE-F51E-32F819294B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C69F4EC-0EB5-C987-EC3E-574EE5615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84BACA2-A665-7DAA-90FE-94CEA5792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C4BC0-7B54-DF60-92CF-9EB78B2EDC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8C635-3C58-2BCB-ECEC-C76E9BE8E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53194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2133E-CB39-5A1E-9D01-C8E45626F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01D9EF-83FD-37EB-5355-4B96C87FE2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C63C6A-F43B-3CDD-143D-9601F6A65C9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7AF8027-F25C-D78A-FC85-288BCBFC86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5297D67-6FE2-2981-FE03-C1A7DAD96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DDADE-32FC-9F15-DDF8-61DD9864EB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D57C5-AF79-B8BA-1533-F2076BCC5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16424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B3788-A5F3-770C-061A-ADD63BC81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FAFAC3-646E-D356-C69D-95046B26E9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01A47E-428A-4BE4-4DFD-3A1EF50AFF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41531EA-1909-2B22-5267-099D92922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BF149BC-3010-9B74-2C22-B199FCAC4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7DB98-0098-F0B0-26B5-E38BBE5625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81AEE-0B94-6BC5-FDD6-3990D0C0E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54055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5A723-D530-6125-D54A-9C33A529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D85274-54B7-B925-19E8-171ADFBDD0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8C3FD-16C5-390B-3829-A0298953F2A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F1C8C47-369B-D050-D09C-D1A5049DFB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A5062A7-6722-3677-DCBF-BA92AD9BE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45B6A-7831-908C-EA6B-F08C26FBB0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C62FE-3F99-EE9D-F0E2-13DE3C3E6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15263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DC2D0-0797-B5D0-AAA3-DDFE3DD4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44A013-7F78-9858-FA32-8CAE242A2C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23476-3F96-17A9-F3A8-CE83247B7C6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B30C438-AD6D-AE68-A346-EA1A5E0BF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7C8604-3B92-B3C3-B259-EC70ECC28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95D0B-6BD2-CC76-61BC-B6878FCC36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6CD13-A315-2D8D-A8DB-4CF223113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64810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jpeg"/><Relationship Id="rId7" Type="http://schemas.openxmlformats.org/officeDocument/2006/relationships/hyperlink" Target="https://www.trychroma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astapi.tiangolo.com/" TargetMode="External"/><Relationship Id="rId5" Type="http://schemas.openxmlformats.org/officeDocument/2006/relationships/hyperlink" Target="https://ollama.com/" TargetMode="External"/><Relationship Id="rId4" Type="http://schemas.openxmlformats.org/officeDocument/2006/relationships/hyperlink" Target="https://ai.meta.com/llama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13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43" r="1"/>
            </a:stretch>
          </a:blipFill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332793" y="5410200"/>
            <a:ext cx="1343607" cy="1619046"/>
          </a:xfrm>
          <a:custGeom>
            <a:avLst/>
            <a:gdLst/>
            <a:ahLst/>
            <a:cxnLst/>
            <a:rect l="l" t="t" r="r" b="b"/>
            <a:pathLst>
              <a:path w="1343607" h="1619046">
                <a:moveTo>
                  <a:pt x="0" y="0"/>
                </a:moveTo>
                <a:lnTo>
                  <a:pt x="1343608" y="0"/>
                </a:lnTo>
                <a:lnTo>
                  <a:pt x="1343608" y="1619046"/>
                </a:lnTo>
                <a:lnTo>
                  <a:pt x="0" y="1619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075" y="152400"/>
            <a:ext cx="1282118" cy="991693"/>
          </a:xfrm>
          <a:custGeom>
            <a:avLst/>
            <a:gdLst/>
            <a:ahLst/>
            <a:cxnLst/>
            <a:rect l="l" t="t" r="r" b="b"/>
            <a:pathLst>
              <a:path w="1282118" h="991693">
                <a:moveTo>
                  <a:pt x="0" y="0"/>
                </a:moveTo>
                <a:lnTo>
                  <a:pt x="1282117" y="0"/>
                </a:lnTo>
                <a:lnTo>
                  <a:pt x="1282117" y="991694"/>
                </a:lnTo>
                <a:lnTo>
                  <a:pt x="0" y="9916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76400" y="914400"/>
            <a:ext cx="7929126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7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KONGU ENGINEERING COLLEGE</a:t>
            </a:r>
          </a:p>
          <a:p>
            <a:pPr algn="ctr">
              <a:lnSpc>
                <a:spcPts val="3071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DEPARTMENT OF ARTIFICIAL INTELLIGENCE AND </a:t>
            </a:r>
          </a:p>
          <a:p>
            <a:pPr algn="ctr">
              <a:lnSpc>
                <a:spcPts val="3071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DATA SCIENCE</a:t>
            </a:r>
            <a:endParaRPr lang="en-US" sz="2800" b="1" dirty="0"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 algn="ctr">
              <a:lnSpc>
                <a:spcPts val="3071"/>
              </a:lnSpc>
            </a:pPr>
            <a:r>
              <a:rPr lang="en-US" sz="24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HCL PROJECT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6800" y="2702723"/>
            <a:ext cx="8837838" cy="1215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HELPDESK AUTOMATION ASSISTANT</a:t>
            </a:r>
          </a:p>
          <a:p>
            <a:pPr algn="ctr">
              <a:lnSpc>
                <a:spcPct val="150000"/>
              </a:lnSpc>
            </a:pP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581400" y="4469839"/>
            <a:ext cx="4759616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Project Members:</a:t>
            </a:r>
          </a:p>
          <a:p>
            <a:pPr>
              <a:lnSpc>
                <a:spcPts val="263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		ENIYA C(24ADR044)			ATHISH V P(24ADR013)</a:t>
            </a:r>
          </a:p>
          <a:p>
            <a:pPr>
              <a:lnSpc>
                <a:spcPts val="263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		DHARSHAN S(24ADR035)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endParaRPr lang="en-US" sz="2199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925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99162" y="532817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800" y="1654232"/>
            <a:ext cx="8153400" cy="5001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IT helpdesk support increases workload and response 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face delays in resolving common technical issues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 of support tickets creates backlog problems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support systems require continuous human intervention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instant troubleshooting support reduces productivity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AI-based automated helpdesk solution for efficient issue handling </a:t>
            </a:r>
          </a:p>
          <a:p>
            <a:pPr marL="254355" lvl="1" algn="just">
              <a:lnSpc>
                <a:spcPct val="200000"/>
              </a:lnSpc>
            </a:pPr>
            <a:endParaRPr lang="en-US" sz="23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Freeform 5" descr="kec2blackborder png.PNG"/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3126-4EA7-FF01-354C-A2B9B8176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366C915-B154-F752-5CB8-3A4CE90CC901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EEBA246-2A31-DEA0-A48F-C738D68B4CA1}"/>
              </a:ext>
            </a:extLst>
          </p:cNvPr>
          <p:cNvSpPr txBox="1"/>
          <p:nvPr/>
        </p:nvSpPr>
        <p:spPr>
          <a:xfrm>
            <a:off x="914400" y="336575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5942F432-BD63-3C6B-4298-72E192DE44E6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3F33CF-0168-21C6-93A3-BD815DA18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575384"/>
              </p:ext>
            </p:extLst>
          </p:nvPr>
        </p:nvGraphicFramePr>
        <p:xfrm>
          <a:off x="1010183" y="1218154"/>
          <a:ext cx="8382000" cy="5265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8628347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01189729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07682655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2620719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118395439"/>
                    </a:ext>
                  </a:extLst>
                </a:gridCol>
              </a:tblGrid>
              <a:tr h="81205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668208"/>
                  </a:ext>
                </a:extLst>
              </a:tr>
              <a:tr h="1471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Retrieval-Augmented Generation for Knowledge-Intensive NLP Tasks</a:t>
                      </a:r>
                      <a:endParaRPr lang="en-IN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RAG to combine retrieval with text generation for knowledge-based answers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 retrieval + Seq2Seq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quality documents and retrieval setup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507793"/>
                  </a:ext>
                </a:extLst>
              </a:tr>
              <a:tr h="14277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Automating Customer Service using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LangChain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Builds custom chatbot for organization support automation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 LLM + embeddings + retrieval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domain-specific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9069314"/>
                  </a:ext>
                </a:extLst>
              </a:tr>
              <a:tr h="14714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Generative AI-Based Chatbot Builder for Question Answering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QA chatbot using LLMs such as LLaMA-3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+ instruction tuning + RAG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IN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tuning for accurate responses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069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827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30ED1-C1DA-48F2-1343-135B4499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55291B-037C-F29F-90E9-479C152FC94E}"/>
              </a:ext>
            </a:extLst>
          </p:cNvPr>
          <p:cNvSpPr/>
          <p:nvPr/>
        </p:nvSpPr>
        <p:spPr>
          <a:xfrm>
            <a:off x="0" y="-228600"/>
            <a:ext cx="11506200" cy="75438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C289300-D12C-ED09-C7BA-427495C96542}"/>
              </a:ext>
            </a:extLst>
          </p:cNvPr>
          <p:cNvSpPr txBox="1"/>
          <p:nvPr/>
        </p:nvSpPr>
        <p:spPr>
          <a:xfrm>
            <a:off x="990600" y="914400"/>
            <a:ext cx="8513505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F8D46400-4D1A-4D61-9969-696303DD3DB5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73BF3-E9EC-D7B2-E659-1079BA39FEBC}"/>
              </a:ext>
            </a:extLst>
          </p:cNvPr>
          <p:cNvSpPr txBox="1"/>
          <p:nvPr/>
        </p:nvSpPr>
        <p:spPr>
          <a:xfrm>
            <a:off x="1143000" y="1828800"/>
            <a:ext cx="11003077" cy="4221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IT Helpdesk Assistant using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instant responses for common technical issues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IT support workload and ticket backlog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troubleshooting and issue handling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response time and user experience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efficient conversational support system using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Flask(python)</a:t>
            </a:r>
          </a:p>
        </p:txBody>
      </p:sp>
    </p:spTree>
    <p:extLst>
      <p:ext uri="{BB962C8B-B14F-4D97-AF65-F5344CB8AC3E}">
        <p14:creationId xmlns:p14="http://schemas.microsoft.com/office/powerpoint/2010/main" val="425648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31BA1-F07B-2048-06F5-87B3CB94F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61F19D-1BA2-7045-33D5-E6C2220F3061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DE7FB28-238F-78B8-5E78-27F119F7FBA0}"/>
              </a:ext>
            </a:extLst>
          </p:cNvPr>
          <p:cNvSpPr txBox="1"/>
          <p:nvPr/>
        </p:nvSpPr>
        <p:spPr>
          <a:xfrm>
            <a:off x="908890" y="56612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METHODOLOGY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722896D3-0703-E9C8-83A6-C801E70724A4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4" name="AutoShape 2" descr="Workflow system architecture diagram">
            <a:extLst>
              <a:ext uri="{FF2B5EF4-FFF2-40B4-BE49-F238E27FC236}">
                <a16:creationId xmlns:a16="http://schemas.microsoft.com/office/drawing/2014/main" id="{DCBFC68E-E184-F5B8-3861-F53FE3F01B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Workflow system architecture diagram">
            <a:extLst>
              <a:ext uri="{FF2B5EF4-FFF2-40B4-BE49-F238E27FC236}">
                <a16:creationId xmlns:a16="http://schemas.microsoft.com/office/drawing/2014/main" id="{A6D68E53-7DED-21A4-AE1F-F6D9A26779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657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D7B0F2-98C3-4A65-B604-82C8B52E96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8746" y="1524000"/>
            <a:ext cx="5396107" cy="555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8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0E5D-40B1-C7B5-7522-C8E8831D9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773C29-C3EC-BA59-0BC4-6A75A7E5F0AA}"/>
              </a:ext>
            </a:extLst>
          </p:cNvPr>
          <p:cNvSpPr/>
          <p:nvPr/>
        </p:nvSpPr>
        <p:spPr>
          <a:xfrm>
            <a:off x="-152400" y="-56612"/>
            <a:ext cx="9906000" cy="7371812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4F5D747-7838-0885-7342-C718C969E491}"/>
              </a:ext>
            </a:extLst>
          </p:cNvPr>
          <p:cNvSpPr txBox="1"/>
          <p:nvPr/>
        </p:nvSpPr>
        <p:spPr>
          <a:xfrm>
            <a:off x="914400" y="702337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PROPOSED WORK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DBB3D8-BADD-4903-77FF-5D7FAE567A49}"/>
              </a:ext>
            </a:extLst>
          </p:cNvPr>
          <p:cNvSpPr txBox="1"/>
          <p:nvPr/>
        </p:nvSpPr>
        <p:spPr>
          <a:xfrm>
            <a:off x="1048283" y="1524000"/>
            <a:ext cx="8305800" cy="5329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710" lvl="1" indent="-254355" algn="just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IT Helpdesk Assistant using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710" lvl="1" indent="-254355" algn="just">
              <a:lnSpc>
                <a:spcPct val="150000"/>
              </a:lnSpc>
              <a:buFont typeface="Arial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interactive chatbot interface for user communication</a:t>
            </a:r>
          </a:p>
          <a:p>
            <a:pPr marL="508710" lvl="1" indent="-254355" algn="just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and analyze user technical queries in real time</a:t>
            </a:r>
          </a:p>
          <a:p>
            <a:pPr marL="508710" lvl="1" indent="-254355" algn="just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intelligent troubleshooting responses using LLM</a:t>
            </a:r>
          </a:p>
          <a:p>
            <a:pPr marL="508710" lvl="1" indent="-254355" algn="just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common IT support tasks and issue handling</a:t>
            </a:r>
          </a:p>
          <a:p>
            <a:pPr marL="508710" lvl="1" indent="-254355" algn="just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response efficiency and reduce manual support workload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890BAD56-7B22-F1BB-477F-A0441FFB0385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2709306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6E2AC-3526-FAB4-E251-F222F74DE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C0C3DC-30E3-1B9B-D998-2ADD98CCB55D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18E5718-D4A6-7FB4-9450-87B0CDB7043C}"/>
              </a:ext>
            </a:extLst>
          </p:cNvPr>
          <p:cNvSpPr txBox="1"/>
          <p:nvPr/>
        </p:nvSpPr>
        <p:spPr>
          <a:xfrm>
            <a:off x="914400" y="731520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860554-4231-BD00-A6E2-80411E082957}"/>
              </a:ext>
            </a:extLst>
          </p:cNvPr>
          <p:cNvSpPr txBox="1"/>
          <p:nvPr/>
        </p:nvSpPr>
        <p:spPr>
          <a:xfrm>
            <a:off x="914400" y="1676400"/>
            <a:ext cx="8439683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C0F1888C-242B-F0E5-76AE-F851E6BB1223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633720-E64B-8E99-061B-EE90A41336CF}"/>
              </a:ext>
            </a:extLst>
          </p:cNvPr>
          <p:cNvSpPr txBox="1"/>
          <p:nvPr/>
        </p:nvSpPr>
        <p:spPr>
          <a:xfrm>
            <a:off x="704317" y="1312192"/>
            <a:ext cx="8439683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0055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Backend Server Module handles requests and responses.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The Query Processing Module receives user technical issues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User Interface Module helps users interact with the chatbot </a:t>
            </a:r>
          </a:p>
          <a:p>
            <a:pPr marL="140055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AI Response Generation Module generates answers using the </a:t>
            </a:r>
            <a:r>
              <a:rPr lang="en-US" sz="2400" dirty="0" err="1"/>
              <a:t>LLaMA</a:t>
            </a:r>
            <a:r>
              <a:rPr lang="en-US" sz="2400" dirty="0"/>
              <a:t> model. </a:t>
            </a:r>
          </a:p>
          <a:p>
            <a:pPr marL="140055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Communication Module transfers data between frontend and backend.</a:t>
            </a:r>
          </a:p>
          <a:p>
            <a:pPr marL="140055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Output Module displays troubleshooting solutions to users.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828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9C68-82DA-0047-A25B-0751C4323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152EEA-FA33-5E73-935F-846D46C42427}"/>
              </a:ext>
            </a:extLst>
          </p:cNvPr>
          <p:cNvSpPr/>
          <p:nvPr/>
        </p:nvSpPr>
        <p:spPr>
          <a:xfrm>
            <a:off x="-26894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EEE1ECF-7A54-420D-505D-72ED21A8870B}"/>
              </a:ext>
            </a:extLst>
          </p:cNvPr>
          <p:cNvSpPr txBox="1"/>
          <p:nvPr/>
        </p:nvSpPr>
        <p:spPr>
          <a:xfrm>
            <a:off x="990600" y="0"/>
            <a:ext cx="84973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DEMO SCREENSHOT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6B95C738-5584-0F37-285A-DB26E6DEF4A2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01FDF5-FD41-4F1D-B40B-F6F036ED6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96" y="990600"/>
            <a:ext cx="8933104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88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ADE64-7E1C-8800-F71B-85A1F75C4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65BB5E-4853-12C9-6B3B-F178A73EBD57}"/>
              </a:ext>
            </a:extLst>
          </p:cNvPr>
          <p:cNvSpPr/>
          <p:nvPr/>
        </p:nvSpPr>
        <p:spPr>
          <a:xfrm>
            <a:off x="-26894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FC889E7-30EB-212A-1C10-4BDEE3A8EA78}"/>
              </a:ext>
            </a:extLst>
          </p:cNvPr>
          <p:cNvSpPr txBox="1"/>
          <p:nvPr/>
        </p:nvSpPr>
        <p:spPr>
          <a:xfrm>
            <a:off x="990600" y="0"/>
            <a:ext cx="84973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RESULTS ACHIEVED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CD9B144B-2B08-39D2-2571-EA4210E9F20F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96B35A-D587-ADB9-50AB-D8EEA2BC764A}"/>
              </a:ext>
            </a:extLst>
          </p:cNvPr>
          <p:cNvSpPr txBox="1"/>
          <p:nvPr/>
        </p:nvSpPr>
        <p:spPr>
          <a:xfrm>
            <a:off x="957570" y="1219199"/>
            <a:ext cx="864976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generated AI-based responses for technical queries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dependency on manual IT support for common issues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faster troubleshooting assistance using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user interaction through conversational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integrated frontend and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efficient real-time chatbot communication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588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E5A02-BCE9-85FB-470D-C9F77C9B3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B79B1B-1589-5341-7A2D-C70A7571028E}"/>
              </a:ext>
            </a:extLst>
          </p:cNvPr>
          <p:cNvSpPr/>
          <p:nvPr/>
        </p:nvSpPr>
        <p:spPr>
          <a:xfrm>
            <a:off x="-26894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B30EE46-A43D-F9F0-8BC2-6C44BC1A28C8}"/>
              </a:ext>
            </a:extLst>
          </p:cNvPr>
          <p:cNvSpPr txBox="1"/>
          <p:nvPr/>
        </p:nvSpPr>
        <p:spPr>
          <a:xfrm>
            <a:off x="990600" y="0"/>
            <a:ext cx="84973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EDCF20B6-A8FF-AFB4-5589-BBDEF839DA83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09D17-C0EF-74C5-69CF-652AB62F3C32}"/>
              </a:ext>
            </a:extLst>
          </p:cNvPr>
          <p:cNvSpPr txBox="1"/>
          <p:nvPr/>
        </p:nvSpPr>
        <p:spPr>
          <a:xfrm>
            <a:off x="838200" y="1295400"/>
            <a:ext cx="849736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IT Helpdesk Assistant successfully automates technical support using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AI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quick and intelligent responses for user queries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reduce manual workload and IT ticket backlog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improves troubleshooting efficiency and user experience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Node.js enable simple and effective local deployment</a:t>
            </a:r>
          </a:p>
        </p:txBody>
      </p:sp>
    </p:spTree>
    <p:extLst>
      <p:ext uri="{BB962C8B-B14F-4D97-AF65-F5344CB8AC3E}">
        <p14:creationId xmlns:p14="http://schemas.microsoft.com/office/powerpoint/2010/main" val="205352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71F34-D3D5-7FC0-96DD-E8FC56D3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DEA1C6-E8A6-4017-7C21-8FBD56A32F0B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B243F67-E55E-E638-01D4-E099CD33467B}"/>
              </a:ext>
            </a:extLst>
          </p:cNvPr>
          <p:cNvSpPr txBox="1"/>
          <p:nvPr/>
        </p:nvSpPr>
        <p:spPr>
          <a:xfrm>
            <a:off x="933209" y="150848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F707952-8833-1804-B230-DA07B2D498C1}"/>
              </a:ext>
            </a:extLst>
          </p:cNvPr>
          <p:cNvSpPr txBox="1"/>
          <p:nvPr/>
        </p:nvSpPr>
        <p:spPr>
          <a:xfrm>
            <a:off x="1067092" y="1066800"/>
            <a:ext cx="8305800" cy="4339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710" lvl="1" indent="-254355">
              <a:buFont typeface="Arial"/>
              <a:buChar char="•"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MetaAI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(2023)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Open and Efficient Foundation Language Models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https://ai.meta.com/llama/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710" lvl="1" indent="-254355">
              <a:buFont typeface="Arial"/>
              <a:buChar char="•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Large Language Models Locally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https://ollama.com/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710" lvl="1" indent="-254355">
              <a:buFont typeface="Arial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for Building APIs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https://fastapi.tiangolo.com/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710" lvl="1" indent="-254355">
              <a:buFont typeface="Arial"/>
              <a:buChar char="•"/>
            </a:pP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AI Applications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https://www.trychroma.com/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C3D8C1BE-7659-1610-46FF-0D3A75AB2359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1398665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B812-DFA4-D23D-2BBA-0E5917D5F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5F32B1-53A6-360B-8CF7-D0235E4C9E55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D131C2FD-5CB8-D273-E783-FDCFEA6A3DC7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A86C2DD-A82A-7D41-5665-91494303C48F}"/>
              </a:ext>
            </a:extLst>
          </p:cNvPr>
          <p:cNvSpPr txBox="1"/>
          <p:nvPr/>
        </p:nvSpPr>
        <p:spPr>
          <a:xfrm>
            <a:off x="1051005" y="2792360"/>
            <a:ext cx="8123475" cy="988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7"/>
              </a:lnSpc>
            </a:pPr>
            <a:r>
              <a:rPr lang="en-US" sz="600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9189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9596</TotalTime>
  <Words>465</Words>
  <Application>Microsoft Office PowerPoint</Application>
  <PresentationFormat>Custom</PresentationFormat>
  <Paragraphs>118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 - II Base Paper PPT</dc:title>
  <dc:creator>ROHIT P V</dc:creator>
  <cp:lastModifiedBy>athi visu</cp:lastModifiedBy>
  <cp:revision>41</cp:revision>
  <dcterms:created xsi:type="dcterms:W3CDTF">2006-08-16T00:00:00Z</dcterms:created>
  <dcterms:modified xsi:type="dcterms:W3CDTF">2026-05-28T06:57:31Z</dcterms:modified>
  <dc:identifier>DAGtDquCC84</dc:identifier>
</cp:coreProperties>
</file>